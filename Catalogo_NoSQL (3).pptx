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RELACIONAL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Produtos com Firebase Firestore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88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Valino  ·  Bruno Silva  ·  Marcos Vinícius Ribeiro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FATEC Cotia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PROJETO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projeto?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desenvolvemos um sistema de Catálogo de Produtos usando Firebase Firestore como banco de dados NoSQL. O sistema permite cadastrar, visualizar, editar e excluir produtos através de uma interface web — sem servidor, sem instalação, rodando direto no navegador.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45643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e implementar um banco NoSQL aplicado a um sistema real de catálogo de produtos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51460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45643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Firestore, HTML, CSS e JavaScript puro — tudo em um único arquivo .html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51460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3504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45643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completo: criar, listar, filtrar, editar e excluir produtos com persistência na nuvem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— POR QUE NOSQL?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97764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Firestore (NoSQL)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JSON — estrutura flexível, sem schema rígido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produto pode ter campos diferentes sem quebrar o banco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automaticamente na nuvem sem configuração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nativa com apps web via SDK JavaScript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protótipos e MVPs académicos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822960"/>
            <a:ext cx="4023360" cy="39776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8961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SQL Relacional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fixo — toda alteração exige migração de tabela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com campos diferentes exigem tabelas extras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servidor de banco de dados configurado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complexidade para integração com frontend web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desnecessário para este escopo acadêmico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DO BANCO DE 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Firestore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6576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25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Firestore Database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627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na nuvem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38328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671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produtos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468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 (equivale a uma tabela)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797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962656"/>
            <a:ext cx="3108960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0083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ID automático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3310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(equivale a uma linha)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822960"/>
            <a:ext cx="429768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documento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2984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6824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"nome":</a:t>
            </a:r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"Notebook Gamer",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0665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"preco":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4299.99,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4505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"categoria":</a:t>
            </a:r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"Eletrônicos",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834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"estoque":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5,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218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"descricao":</a:t>
            </a:r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"Intel i7, 16GB",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6027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"criadoEm":</a:t>
            </a:r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"2026-05-31..."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39867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4434840"/>
            <a:ext cx="4297680" cy="45720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462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Sem schema fixo — cada documento pode ter campos distintos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— CRUD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09728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941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produto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3075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db.collection('produtos').add(produto)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859536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92808"/>
            <a:ext cx="109728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9280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todos os produtos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3317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db.collection('produtos').get()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16936"/>
            <a:ext cx="859536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16936"/>
            <a:ext cx="109728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1693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2990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um produto pelo 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33558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db.collection('produtos').doc(id).update(dados)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941064"/>
            <a:ext cx="859536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41064"/>
            <a:ext cx="109728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41064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14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um produto pelo ID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3799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db.collection('produtos').doc(id).delete()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VISUALIZO OS DADOS NO BANCO?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Firebase Console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console.firebase.google.com → entrar no projeto 'Banco de dados NoSQL produtos'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6596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Firestore Database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lateral → Firestore Database → aba Dados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7180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9718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 coleção 'produtos'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esquerda aparece a coleção. No centro, cada documento (produto). À direita, os campos de cada documento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97764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9776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salvar um produto no sistema HTML, ele aparece instantaneamente aqui no console sem precisar recarregar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console.firebase.google.com  →  Firestore Database  →  Dados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nós aprendemos com este projeto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190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NoSQL armazenam dados como documentos JSON, sem schema rígido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134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Firestore organiza dados em coleções e documentos — diferente de tabelas SQL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9077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Implementamos CRUD completo: Create, Read, Update e Delete via SDK JavaScript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0215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Firebase Console permite visualizar os documentos armazenados em tempo real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0965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é ideal para aplicações web modernas pela flexibilidade e escalabilidade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7772400" cy="1828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Valino  ·  Bruno Silva  ·  Marcos Vinícius Ribeiro  ·  FATEC Cotia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Catálogo de Produtos - Banco NoSQL</dc:title>
  <dc:subject>PptxGenJS Presentation</dc:subject>
  <dc:creator>PptxGenJS</dc:creator>
  <cp:lastModifiedBy>PptxGenJS</cp:lastModifiedBy>
  <cp:revision>1</cp:revision>
  <dcterms:created xsi:type="dcterms:W3CDTF">2026-05-31T22:56:41Z</dcterms:created>
  <dcterms:modified xsi:type="dcterms:W3CDTF">2026-05-31T22:56:41Z</dcterms:modified>
</cp:coreProperties>
</file>